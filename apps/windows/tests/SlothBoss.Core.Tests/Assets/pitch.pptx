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E8D0A-7276-4B60-8D52-AD5883610E5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01464-3FAC-4BE0-94C4-5F07E8495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30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Submit the grant form by 2026-11-15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01464-3FAC-4BE0-94C4-5F07E84956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7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81A1-6693-5707-F988-997AE782C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548D3-ABAF-9A78-E352-4EB9EBB67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EECCE-7049-128F-E939-81A7840F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5F8A-2DF6-5EB1-D808-A621DA05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BA717-5BBB-516E-EF1B-8D207164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6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393D-96BC-684F-BFBA-B2F92BB1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C2B8C-29D3-B6CE-3EAF-5A7C9FCD0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0F2B5-65ED-5DF9-118F-5ECCB8F2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4191C-60BF-8DD2-41C1-7C48FA03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A401D-CE49-4BE1-9045-426407B6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1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F642-4CB1-8D24-9B49-7206BD61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CF656-1A7C-585B-8A5E-1BB4345E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51477-C54C-E3A7-8227-24A946B8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1528-3A84-1A2C-E036-8AAD74E1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C6A12-C931-8BB4-C3DE-AEB1340C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8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0F1D7-05BE-712E-374D-D2CB0768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B274-3FCA-8E6E-DACB-D271EB082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84B48-5A92-6010-CD66-DFB0ACC80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A8342-5DF6-5565-2F1C-39F5036C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32FC6-79F3-84A6-9906-CCCA6341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43E86-F366-0335-2008-7B6C932D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9658-BF87-C0F3-2C3F-F1E2DE93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5403D-DFF0-975E-CE81-7679AF38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5048A-F745-4A2D-928C-C8F4F110F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C59B8-F76F-1108-CF6E-194FDD95B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5741A-C4F0-906A-D6C4-CD40C7D2D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F6B40-ADFC-25AD-B293-94925C32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1A097-4237-6320-F8C7-9133911C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E4B59C-E078-9126-2E7C-AE5C05113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6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9BD3-FCCA-94F5-3F2F-8F3A8643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F9C03-A521-53A5-D00E-C7B5EF86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DEC79-A63D-A716-BFCE-A7E65CC5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671AE-3C51-017A-4272-FCD306F2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8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E76FD-C48C-A22E-C17F-898D1F83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6F30-DECF-6475-527E-BA2458F1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22C2B-2BB4-2001-E8AA-AC774FB0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2691-79C7-92D8-F2F2-73C6BDE6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C80FE-4191-D5C1-5530-BFB038B86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B4665-D7CD-1A14-E740-5FF891461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AAF07-0173-33B4-A66F-73B0CDBF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5352C-9C7C-8B57-E8F0-A52DFC64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65C7B-F752-69D7-37C2-6A1E9DAC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8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B237-8A9D-9DE9-EE95-07BC642B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1710A-417D-B2F7-EDED-BE1828F4E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4D111-0B19-34EC-96A6-2E0E9271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7AECE-471B-A208-C983-A6045482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2B935-638B-F108-1D41-8D7B129A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36CE6-3312-DCA3-6096-D8DC4A60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BD40-39F0-A6C0-009E-69C5D724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23074-B711-50B3-549B-F66D83D46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098B9-A83E-3B18-EB4E-66A7F4C7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1A84-7752-FC4C-BD01-E7AD810A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315B2-FDE6-D185-67DE-DB1827AC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6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14422-855B-15ED-1DD7-CD2EF1733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BA647-34E2-7BFF-361E-7546BCCE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03078-296F-4402-C34A-1B3A894F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886A4-9A5A-0DE0-4E87-8A1A1D7B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32148-1D94-DA1A-5D27-7D9DA7A8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51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E214-B66A-F872-2E96-CA47B0A6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8691B-F06D-A587-90EF-C58FF454A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E3F30-D9D1-8D2D-24E5-623C03E2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ABD14-A1A4-92FC-6687-9BBE933F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648EE-5AFB-59E5-259F-CFD1B1D1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9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B51F5-D44D-0F79-7F20-7FEE4BECC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1C04D-C608-CABC-CC52-0167EEE9B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24F6-789A-F6C3-7755-CE97D598A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D8CB6-9AE9-466B-9CC6-E6D31A911137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A21C6-723F-23FC-4D1F-382369854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1B4CF-AFD0-74E3-D9B6-8178E75D3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4AB04-F658-4679-B527-942CCDE2D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8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44BC-12AB-F6E3-5DD9-0E172F1101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SmartBin 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229D0-3D91-364F-E257-8FD7ACAD79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Hackathon final, 14 November 2026</a:t>
            </a:r>
          </a:p>
        </p:txBody>
      </p:sp>
    </p:spTree>
    <p:extLst>
      <p:ext uri="{BB962C8B-B14F-4D97-AF65-F5344CB8AC3E}">
        <p14:creationId xmlns:p14="http://schemas.microsoft.com/office/powerpoint/2010/main" val="400168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2C30-A436-1B68-B8CE-3F1BAD9A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Budget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6422A-DD1B-AE6D-89F5-3CB10617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Sensors: 300 EUR</a:t>
            </a:r>
          </a:p>
          <a:p>
            <a:r>
              <a:rPr lang="en-US"/>
              <a:t>Cloud: 40 EUR per month</a:t>
            </a:r>
          </a:p>
        </p:txBody>
      </p:sp>
    </p:spTree>
    <p:extLst>
      <p:ext uri="{BB962C8B-B14F-4D97-AF65-F5344CB8AC3E}">
        <p14:creationId xmlns:p14="http://schemas.microsoft.com/office/powerpoint/2010/main" val="1319009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SmartBin pitch</vt:lpstr>
      <vt:lpstr>Budget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SlothBoss tests</dc:creator>
  <cp:lastModifiedBy>SlothBoss tests</cp:lastModifiedBy>
  <cp:revision>1</cp:revision>
  <dcterms:created xsi:type="dcterms:W3CDTF">2026-10-25T16:33:07Z</dcterms:created>
  <dcterms:modified xsi:type="dcterms:W3CDTF">2026-10-25T16:33:07Z</dcterms:modified>
</cp:coreProperties>
</file>